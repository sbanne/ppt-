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59" r:id="rId4"/>
    <p:sldId id="260"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7E8A7D-45F8-4AD8-8402-EA407F372BA0}" v="752" dt="2021-09-14T14:56:18.7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9984" autoAdjust="0"/>
    <p:restoredTop sz="94660"/>
  </p:normalViewPr>
  <p:slideViewPr>
    <p:cSldViewPr snapToGrid="0">
      <p:cViewPr varScale="1">
        <p:scale>
          <a:sx n="86" d="100"/>
          <a:sy n="86" d="100"/>
        </p:scale>
        <p:origin x="-72" y="-156"/>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10"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pPr/>
              <a:t>9/14/2021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9/14/2021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9/14/2021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9/14/2021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pPr/>
              <a:t>9/14/2021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9/14/2021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pPr/>
              <a:t>9/14/2021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9/14/2021</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What happens when you type a URL in the web browser?</a:t>
            </a:r>
          </a:p>
          <a:p>
            <a:endParaRPr lang="en-US" dirty="0"/>
          </a:p>
        </p:txBody>
      </p:sp>
      <p:sp>
        <p:nvSpPr>
          <p:cNvPr id="3" name="Subtitle 2"/>
          <p:cNvSpPr>
            <a:spLocks noGrp="1"/>
          </p:cNvSpPr>
          <p:nvPr>
            <p:ph type="subTitle" idx="1"/>
          </p:nvPr>
        </p:nvSpPr>
        <p:spPr>
          <a:xfrm>
            <a:off x="1507067" y="5761738"/>
            <a:ext cx="7766936" cy="665578"/>
          </a:xfrm>
        </p:spPr>
        <p:txBody>
          <a:bodyPr/>
          <a:lstStyle/>
          <a:p>
            <a:r>
              <a:rPr lang="en-US" dirty="0"/>
              <a:t>By- Sujit Banne</a:t>
            </a:r>
          </a:p>
        </p:txBody>
      </p:sp>
    </p:spTree>
    <p:extLst>
      <p:ext uri="{BB962C8B-B14F-4D97-AF65-F5344CB8AC3E}">
        <p14:creationId xmlns:p14="http://schemas.microsoft.com/office/powerpoint/2010/main" xmlns="" val="5210406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8645DF5-A823-42F8-BA71-5E3561030E36}"/>
              </a:ext>
            </a:extLst>
          </p:cNvPr>
          <p:cNvSpPr>
            <a:spLocks noGrp="1"/>
          </p:cNvSpPr>
          <p:nvPr>
            <p:ph idx="1"/>
          </p:nvPr>
        </p:nvSpPr>
        <p:spPr>
          <a:xfrm>
            <a:off x="677334" y="490913"/>
            <a:ext cx="8596668" cy="5550449"/>
          </a:xfrm>
        </p:spPr>
        <p:txBody>
          <a:bodyPr vert="horz" lIns="91440" tIns="45720" rIns="91440" bIns="45720" rtlCol="0" anchor="t">
            <a:normAutofit/>
          </a:bodyPr>
          <a:lstStyle/>
          <a:p>
            <a:pPr>
              <a:buAutoNum type="arabicPeriod"/>
            </a:pPr>
            <a:r>
              <a:rPr lang="en-US" dirty="0">
                <a:ea typeface="+mn-lt"/>
                <a:cs typeface="+mn-lt"/>
              </a:rPr>
              <a:t>You enter a URL into a web browser</a:t>
            </a:r>
            <a:endParaRPr lang="en-US" dirty="0"/>
          </a:p>
          <a:p>
            <a:pPr>
              <a:buAutoNum type="arabicPeriod"/>
            </a:pPr>
            <a:r>
              <a:rPr lang="en-US" dirty="0">
                <a:ea typeface="+mn-lt"/>
                <a:cs typeface="+mn-lt"/>
              </a:rPr>
              <a:t>The browser looks up the IP address for the domain name via DNS</a:t>
            </a:r>
            <a:endParaRPr lang="en-US" dirty="0"/>
          </a:p>
          <a:p>
            <a:pPr>
              <a:buAutoNum type="arabicPeriod"/>
            </a:pPr>
            <a:r>
              <a:rPr lang="en-US" dirty="0">
                <a:ea typeface="+mn-lt"/>
                <a:cs typeface="+mn-lt"/>
              </a:rPr>
              <a:t>The browser sends a HTTP </a:t>
            </a:r>
            <a:r>
              <a:rPr lang="en-US" i="1" dirty="0">
                <a:ea typeface="+mn-lt"/>
                <a:cs typeface="+mn-lt"/>
              </a:rPr>
              <a:t>request</a:t>
            </a:r>
            <a:r>
              <a:rPr lang="en-US" dirty="0">
                <a:ea typeface="+mn-lt"/>
                <a:cs typeface="+mn-lt"/>
              </a:rPr>
              <a:t> to the server</a:t>
            </a:r>
            <a:endParaRPr lang="en-US" dirty="0"/>
          </a:p>
          <a:p>
            <a:pPr>
              <a:buAutoNum type="arabicPeriod"/>
            </a:pPr>
            <a:r>
              <a:rPr lang="en-US" dirty="0">
                <a:ea typeface="+mn-lt"/>
                <a:cs typeface="+mn-lt"/>
              </a:rPr>
              <a:t>The server sends back a HTTP </a:t>
            </a:r>
            <a:r>
              <a:rPr lang="en-US" i="1" dirty="0">
                <a:ea typeface="+mn-lt"/>
                <a:cs typeface="+mn-lt"/>
              </a:rPr>
              <a:t>response</a:t>
            </a:r>
            <a:endParaRPr lang="en-US" dirty="0"/>
          </a:p>
          <a:p>
            <a:pPr>
              <a:buAutoNum type="arabicPeriod"/>
            </a:pPr>
            <a:r>
              <a:rPr lang="en-US" dirty="0">
                <a:ea typeface="+mn-lt"/>
                <a:cs typeface="+mn-lt"/>
              </a:rPr>
              <a:t>The browser begins rendering the HTML</a:t>
            </a:r>
            <a:endParaRPr lang="en-US" dirty="0"/>
          </a:p>
          <a:p>
            <a:pPr>
              <a:buAutoNum type="arabicPeriod"/>
            </a:pPr>
            <a:r>
              <a:rPr lang="en-US" dirty="0">
                <a:ea typeface="+mn-lt"/>
                <a:cs typeface="+mn-lt"/>
              </a:rPr>
              <a:t>The browser sends requests for additional objects embedded in HTML (images, </a:t>
            </a:r>
            <a:r>
              <a:rPr lang="en-US" dirty="0" err="1">
                <a:ea typeface="+mn-lt"/>
                <a:cs typeface="+mn-lt"/>
              </a:rPr>
              <a:t>css</a:t>
            </a:r>
            <a:r>
              <a:rPr lang="en-US" dirty="0">
                <a:ea typeface="+mn-lt"/>
                <a:cs typeface="+mn-lt"/>
              </a:rPr>
              <a:t>, JavaScript) and repeats steps 3-5.</a:t>
            </a:r>
            <a:endParaRPr lang="en-US" dirty="0"/>
          </a:p>
          <a:p>
            <a:pPr>
              <a:buAutoNum type="arabicPeriod"/>
            </a:pPr>
            <a:r>
              <a:rPr lang="en-US" dirty="0">
                <a:ea typeface="+mn-lt"/>
                <a:cs typeface="+mn-lt"/>
              </a:rPr>
              <a:t>Once the page is loaded, the browser sends further async requests as needed.</a:t>
            </a:r>
            <a:endParaRPr lang="en-US" dirty="0"/>
          </a:p>
          <a:p>
            <a:pPr>
              <a:buAutoNum type="arabicPeriod"/>
            </a:pPr>
            <a:endParaRPr lang="en-US" dirty="0"/>
          </a:p>
        </p:txBody>
      </p:sp>
    </p:spTree>
    <p:extLst>
      <p:ext uri="{BB962C8B-B14F-4D97-AF65-F5344CB8AC3E}">
        <p14:creationId xmlns:p14="http://schemas.microsoft.com/office/powerpoint/2010/main" xmlns="" val="35164595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4F617B-7ABF-45D6-B51F-F366C72B74AC}"/>
              </a:ext>
            </a:extLst>
          </p:cNvPr>
          <p:cNvSpPr>
            <a:spLocks noGrp="1"/>
          </p:cNvSpPr>
          <p:nvPr>
            <p:ph type="title"/>
          </p:nvPr>
        </p:nvSpPr>
        <p:spPr/>
        <p:txBody>
          <a:bodyPr/>
          <a:lstStyle/>
          <a:p>
            <a:r>
              <a:rPr lang="en-US" dirty="0"/>
              <a:t>Description in words </a:t>
            </a:r>
          </a:p>
        </p:txBody>
      </p:sp>
      <p:sp>
        <p:nvSpPr>
          <p:cNvPr id="3" name="Content Placeholder 2">
            <a:extLst>
              <a:ext uri="{FF2B5EF4-FFF2-40B4-BE49-F238E27FC236}">
                <a16:creationId xmlns:a16="http://schemas.microsoft.com/office/drawing/2014/main" xmlns="" id="{7656F801-E755-469B-B3BB-7B5FB107C6A3}"/>
              </a:ext>
            </a:extLst>
          </p:cNvPr>
          <p:cNvSpPr>
            <a:spLocks noGrp="1"/>
          </p:cNvSpPr>
          <p:nvPr>
            <p:ph idx="1"/>
          </p:nvPr>
        </p:nvSpPr>
        <p:spPr>
          <a:xfrm>
            <a:off x="677334" y="1283571"/>
            <a:ext cx="8596668" cy="4757791"/>
          </a:xfrm>
        </p:spPr>
        <p:txBody>
          <a:bodyPr vert="horz" lIns="91440" tIns="45720" rIns="91440" bIns="45720" rtlCol="0" anchor="t">
            <a:normAutofit/>
          </a:bodyPr>
          <a:lstStyle/>
          <a:p>
            <a:pPr>
              <a:buFont typeface="Wingdings" charset="2"/>
              <a:buChar char="§"/>
            </a:pPr>
            <a:r>
              <a:rPr lang="en-US" sz="2000" dirty="0">
                <a:ea typeface="+mn-lt"/>
                <a:cs typeface="+mn-lt"/>
              </a:rPr>
              <a:t>When you type “www.w3schools.com” into your browser the first thing that happens is a Domain Name Server (DNS) matches “w3schools.com” to an IP address. Then the browser sends an HTTP request to the server and the server sends back an HTTP response. The browser begins rendering the HTML on the page while also requesting any additional resources such as CSS, JavaScript, images, etc. Each subsequent request completes a request/response cycle and is rendered in turn by the browser. Then once the page is loaded some sites will make further asynchronous requests.</a:t>
            </a:r>
            <a:endParaRPr lang="en-US" sz="2000" dirty="0"/>
          </a:p>
        </p:txBody>
      </p:sp>
    </p:spTree>
    <p:extLst>
      <p:ext uri="{BB962C8B-B14F-4D97-AF65-F5344CB8AC3E}">
        <p14:creationId xmlns:p14="http://schemas.microsoft.com/office/powerpoint/2010/main" xmlns="" val="42915028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88425469-D005-4E76-9BD6-93256E708F58}"/>
              </a:ext>
            </a:extLst>
          </p:cNvPr>
          <p:cNvSpPr>
            <a:spLocks noGrp="1"/>
          </p:cNvSpPr>
          <p:nvPr>
            <p:ph idx="1"/>
          </p:nvPr>
        </p:nvSpPr>
        <p:spPr>
          <a:xfrm>
            <a:off x="677334" y="2507971"/>
            <a:ext cx="8596668" cy="3533391"/>
          </a:xfrm>
        </p:spPr>
        <p:txBody>
          <a:bodyPr vert="horz" lIns="91440" tIns="45720" rIns="91440" bIns="45720" rtlCol="0" anchor="t">
            <a:normAutofit/>
          </a:bodyPr>
          <a:lstStyle/>
          <a:p>
            <a:pPr marL="0" indent="0" algn="ctr">
              <a:buNone/>
            </a:pPr>
            <a:r>
              <a:rPr lang="en-US" sz="4400" dirty="0"/>
              <a:t>THANK YOU</a:t>
            </a:r>
            <a:endParaRPr lang="en-US" sz="4400"/>
          </a:p>
        </p:txBody>
      </p:sp>
    </p:spTree>
    <p:extLst>
      <p:ext uri="{BB962C8B-B14F-4D97-AF65-F5344CB8AC3E}">
        <p14:creationId xmlns:p14="http://schemas.microsoft.com/office/powerpoint/2010/main" xmlns="" val="407257474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0</TotalTime>
  <Words>151</Words>
  <Application>Microsoft Office PowerPoint</Application>
  <PresentationFormat>Custom</PresentationFormat>
  <Paragraphs>12</Paragraphs>
  <Slides>4</Slides>
  <Notes>0</Notes>
  <HiddenSlides>0</HiddenSlides>
  <MMClips>0</MMClip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Facet</vt:lpstr>
      <vt:lpstr>What happens when you type a URL in the web browser? </vt:lpstr>
      <vt:lpstr>Slide 2</vt:lpstr>
      <vt:lpstr>Description in words </vt:lpstr>
      <vt:lpstr>Slide 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c:creator>
  <cp:lastModifiedBy>Win</cp:lastModifiedBy>
  <cp:revision>114</cp:revision>
  <dcterms:created xsi:type="dcterms:W3CDTF">2021-09-14T14:18:52Z</dcterms:created>
  <dcterms:modified xsi:type="dcterms:W3CDTF">2021-09-14T15:00:48Z</dcterms:modified>
</cp:coreProperties>
</file>